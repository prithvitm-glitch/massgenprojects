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2.4</c:v>
                </c:pt>
                <c:pt idx="1">
                  <c:v>2.8</c:v>
                </c:pt>
                <c:pt idx="2">
                  <c:v>3.1</c:v>
                </c:pt>
                <c:pt idx="3">
                  <c:v>2.9</c:v>
                </c:pt>
              </c:numCache>
            </c:numRef>
          </c:val>
        </c:ser>
        <c:dLbls>
          <c:numFmt formatCode="0.0&quot;M&quot;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Baseline churn (96%)</c:v>
                </c:pt>
                <c:pt idx="1">
                  <c:v>Incremental Q4 increase (4%)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</c:v>
                </c:pt>
                <c:pt idx="1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Notes — Q4 Revenue Dip (read verbatim):</a:t>
            </a:r>
          </a:p>
          <a:p>
            <a:r>
              <a:t>- Q4 revenue was $2.9M, down $0.2M (≈6%) from Q3’s $3.1M.</a:t>
            </a:r>
          </a:p>
          <a:p>
            <a:r>
              <a:t>- The dip was primarily driven by higher customer churn in Q4 (+4% vs. prior quarter), which reduced net dollar retention.</a:t>
            </a:r>
          </a:p>
          <a:p>
            <a:r>
              <a:t>- We also saw several enterprise renewals slip into early Q1, shifting timing rather than underlying demand.</a:t>
            </a:r>
          </a:p>
          <a:p>
            <a:r>
              <a:t>- Action plan: accelerate retention execution (CS capacity, onboarding improvements, proactive renewal playbooks) and tighten at-risk scoring; we expect churn to normalize in Q1.</a:t>
            </a:r>
          </a:p>
          <a:p>
            <a:r>
              <a:t>- Despite the Q4 dip, revenue is up vs. Q1 ($2.4M) and Q2 ($2.8M), indicating continued momentum through the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Notes — Q4 Revenue Dip (read verbatim):</a:t>
            </a:r>
          </a:p>
          <a:p>
            <a:r>
              <a:t>- Q4 revenue was $2.9M, down $0.2M (≈6%) from Q3’s $3.1M.</a:t>
            </a:r>
          </a:p>
          <a:p>
            <a:r>
              <a:t>- The dip was primarily driven by higher customer churn in Q4 (+4% vs. prior quarter), which reduced net dollar retention.</a:t>
            </a:r>
          </a:p>
          <a:p>
            <a:r>
              <a:t>- We also saw several enterprise renewals slip into early Q1, shifting timing rather than underlying demand.</a:t>
            </a:r>
          </a:p>
          <a:p>
            <a:r>
              <a:t>- Action plan: accelerate retention execution (CS capacity, onboarding improvements, proactive renewal playbooks) and tighten at-risk scoring; we expect churn to normalize in Q1.</a:t>
            </a:r>
          </a:p>
          <a:p>
            <a:r>
              <a:t>- Despite the Q4 dip, revenue is up vs. Q1 ($2.4M) and Q2 ($2.8M), indicating continued momentum through the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Notes — Q4 Revenue Dip (read verbatim):</a:t>
            </a:r>
          </a:p>
          <a:p>
            <a:r>
              <a:t>- Q4 revenue was $2.9M, down $0.2M (≈6%) from Q3’s $3.1M.</a:t>
            </a:r>
          </a:p>
          <a:p>
            <a:r>
              <a:t>- The dip was primarily driven by higher customer churn in Q4 (+4% vs. prior quarter), which reduced net dollar retention.</a:t>
            </a:r>
          </a:p>
          <a:p>
            <a:r>
              <a:t>- We also saw several enterprise renewals slip into early Q1, shifting timing rather than underlying demand.</a:t>
            </a:r>
          </a:p>
          <a:p>
            <a:r>
              <a:t>- Action plan: accelerate retention execution (CS capacity, onboarding improvements, proactive renewal playbooks) and tighten at-risk scoring; we expect churn to normalize in Q1.</a:t>
            </a:r>
          </a:p>
          <a:p>
            <a:r>
              <a:t>- Despite the Q4 dip, revenue is up vs. Q1 ($2.4M) and Q2 ($2.8M), indicating continued momentum through the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Notes — Q4 Revenue Dip (read verbatim):</a:t>
            </a:r>
          </a:p>
          <a:p>
            <a:r>
              <a:t>- Q4 revenue was $2.9M, down $0.2M (≈6%) from Q3’s $3.1M.</a:t>
            </a:r>
          </a:p>
          <a:p>
            <a:r>
              <a:t>- The dip was primarily driven by higher customer churn in Q4 (+4% vs. prior quarter), which reduced net dollar retention.</a:t>
            </a:r>
          </a:p>
          <a:p>
            <a:r>
              <a:t>- We also saw several enterprise renewals slip into early Q1, shifting timing rather than underlying demand.</a:t>
            </a:r>
          </a:p>
          <a:p>
            <a:r>
              <a:t>- Action plan: accelerate retention execution (CS capacity, onboarding improvements, proactive renewal playbooks) and tighten at-risk scoring; we expect churn to normalize in Q1.</a:t>
            </a:r>
          </a:p>
          <a:p>
            <a:r>
              <a:t>- Despite the Q4 dip, revenue is up vs. Q1 ($2.4M) and Q2 ($2.8M), indicating continued momentum through the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Notes — Q4 Revenue Dip (read verbatim):</a:t>
            </a:r>
          </a:p>
          <a:p>
            <a:r>
              <a:t>- Q4 revenue was $2.9M, down $0.2M (≈6%) from Q3’s $3.1M.</a:t>
            </a:r>
          </a:p>
          <a:p>
            <a:r>
              <a:t>- The dip was primarily driven by higher customer churn in Q4 (+4% vs. prior quarter), which reduced net dollar retention.</a:t>
            </a:r>
          </a:p>
          <a:p>
            <a:r>
              <a:t>- We also saw several enterprise renewals slip into early Q1, shifting timing rather than underlying demand.</a:t>
            </a:r>
          </a:p>
          <a:p>
            <a:r>
              <a:t>- Action plan: accelerate retention execution (CS capacity, onboarding improvements, proactive renewal playbooks) and tighten at-risk scoring; we expect churn to normalize in Q1.</a:t>
            </a:r>
          </a:p>
          <a:p>
            <a:r>
              <a:t>- Despite the Q4 dip, revenue is up vs. Q1 ($2.4M) and Q2 ($2.8M), indicating continued momentum through the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Notes — Q4 Revenue Dip (read verbatim):</a:t>
            </a:r>
          </a:p>
          <a:p>
            <a:r>
              <a:t>- Q4 revenue was $2.9M, down $0.2M (≈6%) from Q3’s $3.1M.</a:t>
            </a:r>
          </a:p>
          <a:p>
            <a:r>
              <a:t>- The dip was primarily driven by higher customer churn in Q4 (+4% vs. prior quarter), which reduced net dollar retention.</a:t>
            </a:r>
          </a:p>
          <a:p>
            <a:r>
              <a:t>- We also saw several enterprise renewals slip into early Q1, shifting timing rather than underlying demand.</a:t>
            </a:r>
          </a:p>
          <a:p>
            <a:r>
              <a:t>- Action plan: accelerate retention execution (CS capacity, onboarding improvements, proactive renewal playbooks) and tighten at-risk scoring; we expect churn to normalize in Q1.</a:t>
            </a:r>
          </a:p>
          <a:p>
            <a:r>
              <a:t>- Despite the Q4 dip, revenue is up vs. Q1 ($2.4M) and Q2 ($2.8M), indicating continued momentum through the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Notes — Q4 Revenue Dip (read verbatim):</a:t>
            </a:r>
          </a:p>
          <a:p>
            <a:r>
              <a:t>- Q4 revenue was $2.9M, down $0.2M (≈6%) from Q3’s $3.1M.</a:t>
            </a:r>
          </a:p>
          <a:p>
            <a:r>
              <a:t>- The dip was primarily driven by higher customer churn in Q4 (+4% vs. prior quarter), which reduced net dollar retention.</a:t>
            </a:r>
          </a:p>
          <a:p>
            <a:r>
              <a:t>- We also saw several enterprise renewals slip into early Q1, shifting timing rather than underlying demand.</a:t>
            </a:r>
          </a:p>
          <a:p>
            <a:r>
              <a:t>- Action plan: accelerate retention execution (CS capacity, onboarding improvements, proactive renewal playbooks) and tighten at-risk scoring; we expect churn to normalize in Q1.</a:t>
            </a:r>
          </a:p>
          <a:p>
            <a:r>
              <a:t>- Despite the Q4 dip, revenue is up vs. Q1 ($2.4M) and Q2 ($2.8M), indicating continued momentum through the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Notes — Q4 Revenue Dip (read verbatim):</a:t>
            </a:r>
          </a:p>
          <a:p>
            <a:r>
              <a:t>- Q4 revenue was $2.9M, down $0.2M (≈6%) from Q3’s $3.1M.</a:t>
            </a:r>
          </a:p>
          <a:p>
            <a:r>
              <a:t>- The dip was primarily driven by higher customer churn in Q4 (+4% vs. prior quarter), which reduced net dollar retention.</a:t>
            </a:r>
          </a:p>
          <a:p>
            <a:r>
              <a:t>- We also saw several enterprise renewals slip into early Q1, shifting timing rather than underlying demand.</a:t>
            </a:r>
          </a:p>
          <a:p>
            <a:r>
              <a:t>- Action plan: accelerate retention execution (CS capacity, onboarding improvements, proactive renewal playbooks) and tighten at-risk scoring; we expect churn to normalize in Q1.</a:t>
            </a:r>
          </a:p>
          <a:p>
            <a:r>
              <a:t>- Despite the Q4 dip, revenue is up vs. Q1 ($2.4M) and Q2 ($2.8M), indicating continued momentum through the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Q4 Quarterly 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SaaS Company (Fictional) — Quarterly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Takeaway: Q4 softness is addressable; churn control is the near-term priority.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1) Financial performance overview</a:t>
            </a:r>
          </a:p>
          <a:p>
            <a:pPr>
              <a:defRPr sz="2000"/>
            </a:pPr>
            <a:r>
              <a:t>2) Quarterly revenue trend</a:t>
            </a:r>
          </a:p>
          <a:p>
            <a:pPr>
              <a:defRPr sz="2000"/>
            </a:pPr>
            <a:r>
              <a:t>3) Customer churn and retention</a:t>
            </a:r>
          </a:p>
          <a:p>
            <a:pPr>
              <a:defRPr sz="2000"/>
            </a:pPr>
            <a:r>
              <a:t>4) Outlook and Q1 priorities</a:t>
            </a:r>
          </a:p>
          <a:p>
            <a:pPr>
              <a:defRPr sz="2000"/>
            </a:pPr>
            <a:r>
              <a:t>5) Decisions and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Takeaway: We will focus on the Q4 dip driver and the retention plan to restore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Quarterly Revenue (USD, $M)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188720"/>
          <a:ext cx="107899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Takeaway: Revenue climbed through Q3 ($3.1M) and dipped modestly in Q4 to $2.9M.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Q4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Revenue: $2.9M (vs. $3.1M in Q3)</a:t>
            </a:r>
          </a:p>
          <a:p>
            <a:pPr>
              <a:defRPr sz="2000"/>
            </a:pPr>
            <a:r>
              <a:t>Churn: increased by 4% in Q4</a:t>
            </a:r>
          </a:p>
          <a:p>
            <a:pPr>
              <a:defRPr sz="2000"/>
            </a:pPr>
            <a:r>
              <a:t>Primary focus: retention execution and renewal discipline</a:t>
            </a:r>
          </a:p>
          <a:p>
            <a:pPr>
              <a:defRPr sz="2000"/>
            </a:pPr>
            <a:r>
              <a:t>Timing: select renewals shifted into early 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Takeaway: Operational churn reduction is the fastest lever to re-accelerate revenue.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Churn Breakdown — Q4 Increase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188720" y="1463040"/>
          <a:ext cx="98755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10515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Customer churn increased by 4% in Q4.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Takeaway: The Q4 churn increase (+4%) is the primary headwind to sustaining the Q3 revenue peak.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Retention &amp; Expansion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Proactive renewal playbooks for top at-risk accounts</a:t>
            </a:r>
          </a:p>
          <a:p>
            <a:pPr>
              <a:defRPr sz="2000"/>
            </a:pPr>
            <a:r>
              <a:t>Onboarding improvements to reduce early-life churn</a:t>
            </a:r>
          </a:p>
          <a:p>
            <a:pPr>
              <a:defRPr sz="2000"/>
            </a:pPr>
            <a:r>
              <a:t>Customer health scoring + weekly churn review</a:t>
            </a:r>
          </a:p>
          <a:p>
            <a:pPr>
              <a:defRPr sz="2000"/>
            </a:pPr>
            <a:r>
              <a:t>Targeted win-back campaigns for recently churned customers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Takeaway: Retention improvements should translate directly into Q1 revenue stability.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Q1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Near-term goal: normalize churn back toward pre-Q4 levels</a:t>
            </a:r>
          </a:p>
          <a:p>
            <a:pPr>
              <a:defRPr sz="2000"/>
            </a:pPr>
            <a:r>
              <a:t>Expect partial revenue catch-up from slipped Q4 renewals</a:t>
            </a:r>
          </a:p>
          <a:p>
            <a:pPr>
              <a:defRPr sz="2000"/>
            </a:pPr>
            <a:r>
              <a:t>Maintain focus on efficient growth (NRR and retention first)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Takeaway: Fixing churn is the prerequisite for returning to the Q3 growth trajectory.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Key Decisions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Approve incremental CS capacity for Q1 retention push</a:t>
            </a:r>
          </a:p>
          <a:p>
            <a:pPr>
              <a:defRPr sz="2000"/>
            </a:pPr>
            <a:r>
              <a:t>Adopt weekly churn KPI review with exec visibility</a:t>
            </a:r>
          </a:p>
          <a:p>
            <a:pPr>
              <a:defRPr sz="2000"/>
            </a:pPr>
            <a:r>
              <a:t>Prioritize renewal timing discipline for enterprise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Takeaway: Address the Q4 dip driver now to protect FY momentum.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