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2.8</c:v>
                </c:pt>
                <c:pt idx="2">
                  <c:v>3.1</c:v>
                </c:pt>
                <c:pt idx="3">
                  <c:v>2.9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 Factors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Price Sensitivity</c:v>
                </c:pt>
                <c:pt idx="1">
                  <c:v>Competitor Switch</c:v>
                </c:pt>
                <c:pt idx="2">
                  <c:v>Product Gap</c:v>
                </c:pt>
                <c:pt idx="3">
                  <c:v>Company Dissolution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Notes: Q4 revenue came in at $2.9M. While this is a decrease from Q3's $3.1M peak, it represents a significant year-over-year improvement. The Q4 dip was driven by increased churn and typical year-end budget exhaustion among enterprise clients. We are projecting a strong recovery in Q1.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Notes: Customer churn increased by 4% in Q4. This was primarily due to aggressive competitive pricing and a small number of product gaps we are addressing in the next release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Quarterly Earnings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SaaS Corp Performance Review</a:t>
            </a:r>
          </a:p>
          <a:p>
            <a:r>
              <a:t>February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1400"/>
            </a:pPr>
            <a:r>
              <a:t>Key Takeaway: Strong annual growth despite Q4 headwinds.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Q4 and Annual performance</a:t>
            </a:r>
          </a:p>
          <a:p>
            <a:r>
              <a:t>- Annual revenue reached record highs</a:t>
            </a:r>
          </a:p>
          <a:p>
            <a:r>
              <a:t>- Q4 saw a minor dip due to churn and seasonal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1400"/>
            </a:pPr>
            <a:r>
              <a:t>Key Takeaway: Sustained momentum in market share capture.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Revenue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1400"/>
            </a:pPr>
            <a:r>
              <a:t>Key Takeaway: Q4 revenue dip is seasonal; YoY growth remains robust.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Growth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Logos: 45 in Q4</a:t>
            </a:r>
          </a:p>
          <a:p>
            <a:r>
              <a:t>Expansion Revenue: $150k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1400"/>
            </a:pPr>
            <a:r>
              <a:t>Key Takeaway: Expansion revenue is becoming a larger part of our mix.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Churn Breakdown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1400"/>
            </a:pPr>
            <a:r>
              <a:t>Key Takeaway: 4% churn increase in Q4 is being addressed via competitive pricing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efficiency improved by 12%</a:t>
            </a:r>
          </a:p>
          <a:p>
            <a:r>
              <a:t>Infrastructure costs reduced by 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1400"/>
            </a:pPr>
            <a:r>
              <a:t>Key Takeaway: Efficiency gains are offsetting increased customer acquisition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2026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Revenue: $3.3M</a:t>
            </a:r>
          </a:p>
          <a:p>
            <a:r>
              <a:t>Projected Churn: &lt;2.5%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1400"/>
            </a:pPr>
            <a:r>
              <a:t>Key Takeaway: Q1 outlook is extremely positive with a strong sales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b="1" sz="1400"/>
            </a:pPr>
            <a:r>
              <a:t>Key Takeaway: Focus for next year: Scale and Retention.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