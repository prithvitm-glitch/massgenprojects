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Factors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Competitive Pressure</c:v>
                </c:pt>
                <c:pt idx="1">
                  <c:v>Budget Cuts</c:v>
                </c:pt>
                <c:pt idx="2">
                  <c:v>Product Fit</c:v>
                </c:pt>
                <c:pt idx="3">
                  <c:v>M&amp;A/Dissolution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Good afternoon everyone. Today we are reviewing our Q4 and full-year performance. While we saw some headwinds in December, the overall trajectory of the business remains healthy.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The executive summary highlights our transition into a $10M+ ARR business. Our primary narrative for this quarter is 'Scaling through Complexity'.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Moving to Slide 3, you'll see our quarterly revenue comparison. Q4 revenue came in at $2.9M, a slight sequential dip from the $3.1M reported in Q3. This 6.4% decrease is primarily attributed to extended procurement cycles in our enterprise segment during the holiday season and a deliberate shift in professional services timing. It is important to note that YoY, this is a 20% increase over the previous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Our unit economics remain strong. The Premium+ tier is seeing 40% attach rates on new deals.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Regarding the churn increase mentioned earlier, the 4% uptick in Q4 was concentrated in our SMB segment. Competitive pressure accounted for 35% of these exits. We are responding with a renewed focus on multi-year enterprise commitments where retention is significantly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Our LTV/CAC ratio of 4.2x gives us confidence to continue aggressive marketing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Q1 is looking very strong. Our pipeline is currently at 3x the coverage needed for our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Thank you. We'll now open the floor for any questions from our analysts.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Q4 Quarterly Earnings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SaaS Company Performance Analysis</a:t>
            </a:r>
          </a:p>
          <a:p>
            <a:r>
              <a:t>Date: February 2026</a:t>
            </a:r>
          </a:p>
          <a:p>
            <a:r>
              <a:t>Confidential &amp; Proprietary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Fiscal year concluded with strong top-line momentum despite Q4 seasonal variance.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Summary: FY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Key Financial Outcomes</a:t>
            </a:r>
          </a:p>
          <a:p>
            <a:r>
              <a:t>• Annual Revenue: $11.2M (Total across all quarters)</a:t>
            </a:r>
          </a:p>
          <a:p>
            <a:r>
              <a:t>• Q4 Performance: $2.9M Revenue with 4% churn uptick</a:t>
            </a:r>
          </a:p>
          <a:p>
            <a:r>
              <a:t>• Strategic Focus: Customer retention and enterprise segment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Company reached double-digit annual revenue for the first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Trajectory ($M)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9144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Sequential dip in Q4 is a timing-related variance; YoY growth remains the lead indicator.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Growth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Contributing Factors to Annual Success</a:t>
            </a:r>
          </a:p>
          <a:p>
            <a:r>
              <a:t>• 25% increase in Average Contract Value (ACV)</a:t>
            </a:r>
          </a:p>
          <a:p>
            <a:r>
              <a:t>• Strong adoption of the new 'Premium+' tier</a:t>
            </a:r>
          </a:p>
          <a:p>
            <a:r>
              <a:t>• 90% Net Revenue Retention (NRR) excluding Q4 outliers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ACV growth is outpacing customer count growth, indicating move up-market.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Churn Analysis: 4% Increase Context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2860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Churn spike is isolated to SMB; Enterprise retention remains above 95%.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&amp; 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Efficiency Metrics</a:t>
            </a:r>
          </a:p>
          <a:p>
            <a:r>
              <a:t>• Gross Margin: 82% (Standard for SaaS)</a:t>
            </a:r>
          </a:p>
          <a:p>
            <a:r>
              <a:t>• LTV/CAC Ratio: 4.2x</a:t>
            </a:r>
          </a:p>
          <a:p>
            <a:r>
              <a:t>• Payback Period: 8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Efficiency metrics remain in the top quartile of peer SaaS benchmarks.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Roadmap: Q1 &amp; Beyond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Priorities</a:t>
            </a:r>
          </a:p>
          <a:p>
            <a:r>
              <a:t>• Launch of AI-assisted analytics module</a:t>
            </a:r>
          </a:p>
          <a:p>
            <a:r>
              <a:t>• Expansion into EMEA and APAC regions</a:t>
            </a:r>
          </a:p>
          <a:p>
            <a:r>
              <a:t>• Targeted reduction of churn to &lt;3% by 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AI integration is expected to drive 15% expansion revenue in FY2026.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Closing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welcome your questions regarding our Q4 performance and future outlook.</a:t>
            </a:r>
          </a:p>
          <a:p>
            <a:br/>
            <a:r>
              <a:t>Contact: ir@saascompany.com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1400">
                <a:solidFill>
                  <a:srgbClr val="003366"/>
                </a:solidFill>
              </a:defRPr>
            </a:pPr>
            <a:r>
              <a:t>Key Takeaway: Long-term value creation remains our primary objective.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