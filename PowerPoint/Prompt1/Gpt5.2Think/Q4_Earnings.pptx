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(Millions USD)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2.8</c:v>
                </c:pt>
                <c:pt idx="2">
                  <c:v>3.1</c:v>
                </c:pt>
                <c:pt idx="3">
                  <c:v>2.9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 Distribution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Existing Stable Customers</c:v>
                </c:pt>
                <c:pt idx="1">
                  <c:v>Increased Churn (Q4 +4%)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CFO, I want to address the Q4 revenue dip directly. While revenue reached $2.9M, slightly below Q3’s $3.1M, this was primarily driven by a 4% increase in customer churn. We are actively implementing retention strategies to stabilize growth moving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growth was consistent from Q1 through Q3. The Q4 dip reflects churn-related revenue pressure rather than demand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bar chart illustrates strong growth through Q3, followed by a modest decline in Q4. This 6.5% quarter-over-quarter dip is directly correlated with increased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Churn increased by 4% in Q4, impacting recurring revenue streams. We are reviewing renewal incentives and pricing 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Although churn represents only 4% of customers, its impact on ARR is amplified due to concentration in higher-value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$0.2M revenue decline highlights sensitivity to churn in subscription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implementing proactive engagement strategies to restore growth trajectory.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Q4 reflects a temporary setback, our SaaS fundamentals remain strong. Retention and operational adjustments will support renewed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Earnings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SaaS Company | Quarterly Financial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1"/>
            </a:pPr>
            <a:r>
              <a:t>Key Takeaway: Q4 revenue dipped slightly, with churn increase impacting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Revenue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$2.4M</a:t>
            </a:r>
          </a:p>
          <a:p>
            <a:r>
              <a:t>Q2: $2.8M</a:t>
            </a:r>
          </a:p>
          <a:p>
            <a:r>
              <a:t>Q3: $3.1M</a:t>
            </a:r>
          </a:p>
          <a:p>
            <a:r>
              <a:t>Q4: $2.9M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1"/>
            </a:pPr>
            <a:r>
              <a:t>Key Takeaway: Revenue growth was strong through Q3 before a modest Q4 pullback.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Revenue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1"/>
            </a:pPr>
            <a:r>
              <a:t>Key Takeaway: Q4 revenue declined from Q3 peak due to increased churn.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increased by 4% in Q4.</a:t>
            </a:r>
          </a:p>
          <a:p>
            <a:r>
              <a:t>Primary drivers: contract expirations and pricing adjustments.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1"/>
            </a:pPr>
            <a:r>
              <a:t>Key Takeaway: Retention strategy required to reverse churn trend.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Churn Breakdown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1"/>
            </a:pPr>
            <a:r>
              <a:t>Key Takeaway: Small churn percentage had measurable revenue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Q4 revenue: $2.9M</a:t>
            </a:r>
          </a:p>
          <a:p>
            <a:r>
              <a:t>• Down from Q3: $3.1M</a:t>
            </a:r>
          </a:p>
          <a:p>
            <a:r>
              <a:t>• Churn increase: 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1"/>
            </a:pPr>
            <a:r>
              <a:t>Key Takeaway: Revenue sensitivity to churn underscores retention priority.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Response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Enhanced customer success outreach</a:t>
            </a:r>
          </a:p>
          <a:p>
            <a:r>
              <a:t>• Contract renewal incentives</a:t>
            </a:r>
          </a:p>
          <a:p>
            <a:r>
              <a:t>• Product value reinforcement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1"/>
            </a:pPr>
            <a:r>
              <a:t>Key Takeaway: Focused retention initiatives to stabilize Q1 outlook.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fundamentals remain intact.</a:t>
            </a:r>
          </a:p>
          <a:p>
            <a:r>
              <a:t>Q4 challenges are manageable and being addressed.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1"/>
            </a:pPr>
            <a:r>
              <a:t>Key Takeaway: Short-term dip, long-term growth strategy intact.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