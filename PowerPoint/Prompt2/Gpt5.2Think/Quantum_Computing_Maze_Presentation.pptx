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/>
            </a:pPr>
            <a:r>
              <a:t>Quantum Computing: Solving the Maze of 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/>
            </a:pPr>
            <a:r>
              <a:t>Imagine a giant maze. A normal computer walks through one path at a time. A quantum computer explores many paths at once.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Classical Computers in the Maze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/>
            </a:pPr>
            <a:r>
              <a:t>A classical computer moves step by step, testing one corridor, then backtracking if it hits a wall.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/>
            </a:pPr>
            <a:r>
              <a:t>It uses bits that are either 0 or 1, like doors that are either closed or open.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Introducing Qubits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/>
            </a:pPr>
            <a:r>
              <a:t>A qubit is like a magical maze explorer that can be at a left turn and a right turn at the same time. This strange ability gives quantum computers new powers.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Superposition Begins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/>
            </a:pPr>
            <a:r>
              <a:t>Superposition means being in multiple paths at once. Instead of choosing one hallway, the explorer spreads across many possibilities.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3657600" y="5029200"/>
            <a:ext cx="1828800" cy="731520"/>
          </a:xfrm>
          <a:prstGeom prst="roundRect">
            <a:avLst/>
          </a:prstGeom>
          <a:solidFill>
            <a:srgbClr val="FFD7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QUIZ: Enter the Maze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Interference in the Maze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/>
            </a:pPr>
            <a:r>
              <a:t>Some paths strengthen each other, guiding the explorer toward the exit.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/>
            </a:pPr>
            <a:r>
              <a:t>Wrong paths cancel out, making dead ends fade away.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Entanglement: Connected Explorers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/>
            </a:pPr>
            <a:r>
              <a:t>Entanglement links explorers together so that changing one instantly affects another. In the maze, two explorers always coordinate their moves no matter how far apart they 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/>
            </a:pPr>
            <a:r>
              <a:t>Quantum computers could solve giant mazes that would take classical computers thousands of years. This could transform medicine, cryptography, and materials science.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Quantum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/>
            </a:pPr>
            <a:r>
              <a:t>Special algorithms guide quantum explorers so they interfere in just the right way to reveal the correct exit from the maze.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3657600" y="5029200"/>
            <a:ext cx="1828800" cy="731520"/>
          </a:xfrm>
          <a:prstGeom prst="roundRect">
            <a:avLst/>
          </a:prstGeom>
          <a:solidFill>
            <a:srgbClr val="FFD7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QUIZ: Enter the Maze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Challenges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/>
            </a:pPr>
            <a:r>
              <a:t>Quantum explorers are fragile. Noise and temperature can disturb them, making the maze blur and paths disappear.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Maze Challenge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/>
            </a:pPr>
            <a:r>
              <a:t>If a classical computer walks one path at a time, how does a quantum computer explore the maze differently?</a:t>
            </a:r>
            <a:br/>
            <a:br/>
            <a:r>
              <a:t>What role does entanglement play between explorers?</a:t>
            </a:r>
            <a:br/>
            <a:br/>
            <a:r>
              <a:t>How does interference help find the exit?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