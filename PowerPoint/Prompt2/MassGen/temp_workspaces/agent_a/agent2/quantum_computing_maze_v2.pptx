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quantum-maze-quiz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quantum-maze-quiz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530352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0" y="65836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18288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594360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0"/>
            <a:ext cx="73152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914400"/>
            <a:ext cx="365760" cy="365760"/>
          </a:xfrm>
          <a:prstGeom prst="ellipse">
            <a:avLst/>
          </a:prstGeom>
          <a:solidFill>
            <a:srgbClr val="00FF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0160" y="1078992"/>
            <a:ext cx="731520" cy="36576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0" y="5486400"/>
            <a:ext cx="365760" cy="365760"/>
          </a:xfrm>
          <a:prstGeom prst="ellipse">
            <a:avLst/>
          </a:prstGeom>
          <a:solidFill>
            <a:srgbClr val="00FF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5650992"/>
            <a:ext cx="731520" cy="36576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FFCC"/>
                </a:solidFill>
              </a:defRPr>
            </a:pPr>
            <a:r>
              <a:t>THE QUANTUM MAZE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 Survival Guide for High School Explorers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530352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0" y="65836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18288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594360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0"/>
            <a:ext cx="73152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C"/>
                </a:solidFill>
              </a:defRPr>
            </a:pPr>
            <a:r>
              <a:t>THE CLASSICAL RUNNER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Imagine a maze with only one path at a time. This is your phone and your laptop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2880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Classical bits are like a runner who can only turn left (0) or right (1). One choice, one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530352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0" y="65836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18288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594360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0"/>
            <a:ext cx="73152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C"/>
                </a:solidFill>
              </a:defRPr>
            </a:pPr>
            <a:r>
              <a:t>THE MAZE GETS TOO BIG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As mazes grow (like finding new drugs or breaking codes), the classical runner gets lost.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6464"/>
                </a:solidFill>
              </a:defRPr>
            </a:pPr>
            <a:r>
              <a:t>It takes trillions of years to check every dead end. We need a runner who can cheat.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530352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0" y="65836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18288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594360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0"/>
            <a:ext cx="73152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C"/>
                </a:solidFill>
              </a:defRPr>
            </a:pPr>
            <a:r>
              <a:t>MEET THE GHOST RUNNER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A Qubit is a 'Quantum Bit'. It doesn't pick a path until it reaches the exit.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2880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It's like a cloud filling the maze, sensing all directions at once.</a:t>
            </a:r>
          </a:p>
        </p:txBody>
      </p:sp>
      <p:sp>
        <p:nvSpPr>
          <p:cNvPr id="13" name="Rounded Rectangle 12">
            <a:hlinkClick r:id="rId2"/>
          </p:cNvPr>
          <p:cNvSpPr/>
          <p:nvPr/>
        </p:nvSpPr>
        <p:spPr>
          <a:xfrm>
            <a:off x="3291840" y="5486400"/>
            <a:ext cx="2560320" cy="731520"/>
          </a:xfrm>
          <a:prstGeom prst="roundRect">
            <a:avLst/>
          </a:prstGeom>
          <a:solidFill>
            <a:srgbClr val="FFD7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1428"/>
                </a:solidFill>
              </a:defRPr>
            </a:pPr>
            <a:r>
              <a:t>TEST YOUR INTUITION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530352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0" y="65836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18288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594360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0"/>
            <a:ext cx="73152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C"/>
                </a:solidFill>
              </a:defRPr>
            </a:pPr>
            <a:r>
              <a:t>SUPERPOSITION: THE MULTI-PATH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</a:defRPr>
            </a:pPr>
            <a:r>
              <a:t>Superposition means the runner is everywhere at once. It's not 'left' OR 'right'—it's 'left' AND 'right'.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The walls don't stop the quantum runner; they just wait for the outcome.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530352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0" y="65836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18288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594360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0"/>
            <a:ext cx="73152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C"/>
                </a:solidFill>
              </a:defRPr>
            </a:pPr>
            <a:r>
              <a:t>ENTANGLEMENT: MAGIC LINKS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If you have two quantum runners, you can 'link' them. What one does, the other knows instantly.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2880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Even if they are on opposite sides of the galaxy-sized maze, they solve it together.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530352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0" y="65836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18288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594360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0"/>
            <a:ext cx="73152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C"/>
                </a:solidFill>
              </a:defRPr>
            </a:pPr>
            <a:r>
              <a:t>GATES: REDIRECTING THE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Quantum Gates aren't doors. They are instructions that push the 'cloud' toward the right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We manipulate probability so the ghost runner 'ends up' at the exit more often.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530352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0" y="65836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18288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594360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0"/>
            <a:ext cx="73152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C"/>
                </a:solidFill>
              </a:defRPr>
            </a:pPr>
            <a:r>
              <a:t>INSTANT ESCAPE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While classical computers check paths one by one, quantum computers find the shortcut.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82880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They don't run faster; they run smarter by seeing the whole maze from above.</a:t>
            </a:r>
          </a:p>
        </p:txBody>
      </p:sp>
      <p:sp>
        <p:nvSpPr>
          <p:cNvPr id="13" name="Rounded Rectangle 12">
            <a:hlinkClick r:id="rId2"/>
          </p:cNvPr>
          <p:cNvSpPr/>
          <p:nvPr/>
        </p:nvSpPr>
        <p:spPr>
          <a:xfrm>
            <a:off x="3291840" y="5943600"/>
            <a:ext cx="2560320" cy="731520"/>
          </a:xfrm>
          <a:prstGeom prst="roundRect">
            <a:avLst/>
          </a:prstGeom>
          <a:solidFill>
            <a:srgbClr val="FFD7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1428"/>
                </a:solidFill>
              </a:defRPr>
            </a:pPr>
            <a:r>
              <a:t>TEST YOUR INTUITION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530352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0" y="65836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18288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594360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0"/>
            <a:ext cx="73152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CC"/>
                </a:solidFill>
              </a:defRPr>
            </a:pPr>
            <a:r>
              <a:t>WHY DO WE CARE?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Decoding DNA, designing new materials, and solving climate change puzzles.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These are mazes that would take regular computers until the end of time to solve.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5303520"/>
            <a:ext cx="45720" cy="13716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0" y="65836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8288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18288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5943600"/>
            <a:ext cx="45720" cy="7315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0"/>
            <a:ext cx="73152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FFCC"/>
                </a:solidFill>
              </a:defRPr>
            </a:pPr>
            <a:r>
              <a:t>EXITING THE MAZE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You are the next generation of Quantum Architects. Go build the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