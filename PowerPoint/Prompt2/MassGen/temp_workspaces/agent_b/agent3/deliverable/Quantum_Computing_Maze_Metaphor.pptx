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1/10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1064240" cy="109728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Calibri"/>
              </a:defRPr>
            </a:pPr>
            <a:r>
              <a:t>Quantum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 maze-story for high school minds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Imagine a huge maze with a start and an exit. A computer is a machine that follows rules to choose turns.</a:t>
            </a:r>
            <a:br/>
            <a:br/>
            <a:r>
              <a:t>Classical computers usually commit to one corridor at a time. Quantum computers use different rules, so their ‘maze-walk’ can look very strange, yet sometimes it finds the exit faster.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377440"/>
            <a:ext cx="4389120" cy="21945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60604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Goal for today</a:t>
            </a:r>
            <a:br/>
            <a:br/>
            <a:r>
              <a:t>Use the maze to picture superposition, entanglement, and why measurement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Bits and decisions in a corridor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A classical bit is like a sign that can point Left or Right.</a:t>
            </a:r>
            <a:br/>
            <a:br/>
            <a:r>
              <a:t>When the sign is set, you take one corridor. Your path through the maze is a chain of committed choices.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A qubit is a sign that can be ‘set’ in a way that does not match everyday intuition.</a:t>
            </a:r>
            <a:br/>
            <a:br/>
            <a:r>
              <a:t>It can carry information about multiple potential turns until you force it to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Gates are like moving the walls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A logic gate is a rule that updates your signs.</a:t>
            </a:r>
            <a:br/>
            <a:br/>
            <a:r>
              <a:t>In maze language, it is like shifting a wall so a turn that was blocked becomes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566160" cy="43891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Classical gates keep you on a single corridor.</a:t>
            </a:r>
            <a:br/>
            <a:br/>
            <a:r>
              <a:t>Quantum gates rotate a qubit’s ‘direction’ so different corridors can interfere.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108960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574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Think of a circuit as a maze designer.</a:t>
            </a:r>
            <a:br/>
            <a:br/>
            <a:r>
              <a:t>Each gate is one redesign step, aiming to make the exit easier to 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896112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Measurement is opening a door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8521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In quantum computing, you do not get a neat ‘map’ of where the qubit is.</a:t>
            </a:r>
            <a:br/>
            <a:br/>
            <a:r>
              <a:t>Measurement is like opening the exit door and demanding: ‘Which corridor are you really in?’</a:t>
            </a:r>
            <a:br/>
            <a:br/>
            <a:r>
              <a:t>After you open the door, the answer becomes a single concrete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828800"/>
            <a:ext cx="4389120" cy="237744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057400"/>
            <a:ext cx="37490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Key trade</a:t>
            </a:r>
            <a:br/>
            <a:br/>
            <a:r>
              <a:t>You gain a definite result.</a:t>
            </a:r>
            <a:br/>
            <a:r>
              <a:t>You lose the delicate quantum ‘in-between’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21824" y="557784"/>
            <a:ext cx="1554480" cy="6400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966960" y="502920"/>
            <a:ext cx="1554480" cy="64008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  <a:latin typeface="Calibri"/>
              </a:defRPr>
            </a:pPr>
            <a:r>
              <a:t>Quiz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Calibri"/>
              </a:defRPr>
            </a:pPr>
            <a:r>
              <a:t>Superposition: the explorer is spread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Before measurement, a qubit can behave like an explorer that has not picked one corridor.</a:t>
            </a:r>
            <a:br/>
            <a:br/>
            <a:r>
              <a:t>It is closer to a fog that occupies multiple routes at once, with a specific ‘amount’ in each corridor.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Quantum gates can reshape the fog so wrong corridors fade and the right corridor brightens.</a:t>
            </a:r>
            <a:br/>
            <a:br/>
            <a:r>
              <a:t>This is why the design of the gate sequence matters.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Calibri"/>
              </a:defRPr>
            </a:pPr>
            <a:r>
              <a:t>Entanglement: two explorers share one rulebook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Entanglement connects qubits so their outcomes are linked, even if they are far apart in the maze.</a:t>
            </a:r>
            <a:br/>
            <a:br/>
            <a:r>
              <a:t>It is like tying two explorers with an invisible rope: tug one, and the other responds in a perfectly coordinated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6400800" cy="205740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This does not let you send secret messages faster than light.</a:t>
            </a:r>
            <a:br/>
            <a:br/>
            <a:r>
              <a:t>It gives you correlations that classical maze-walkers cannot copy.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160520"/>
            <a:ext cx="3840480" cy="205740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Why it matters</a:t>
            </a:r>
            <a:br/>
            <a:br/>
            <a:r>
              <a:t>Entanglement is fuel for quantum teleportation and many quantum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Algorithms: learning the maze’s rhythm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583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A quantum algorithm is not magic. It is a carefully chosen set of gates that makes the right exit more likely.</a:t>
            </a:r>
            <a:br/>
            <a:br/>
            <a:r>
              <a:t>In maze terms, you are not checking every corridor. You are setting up wave-like patterns so bad routes cancel and good routes reinforce.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657600" cy="438912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5740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Example intuition</a:t>
            </a:r>
            <a:br/>
            <a:br/>
            <a:r>
              <a:t>Grover-style search is like tapping the maze to amplify the corridor that hides the prize.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896112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Noise: when the maze shakes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0350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B1220"/>
                </a:solidFill>
                <a:latin typeface="Calibri"/>
              </a:defRPr>
            </a:pPr>
            <a:r>
              <a:t>Real qubits are fragile. Heat, vibration, and stray electromagnetic fields can nudge the explorer into the wrong corridor.</a:t>
            </a:r>
            <a:br/>
            <a:br/>
            <a:r>
              <a:t>Quantum error correction is like using extra explorers to detect wall cracks without opening the exit door too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828800"/>
            <a:ext cx="4023360" cy="25603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205740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Important idea</a:t>
            </a:r>
            <a:br/>
            <a:br/>
            <a:r>
              <a:t>You protect information by spreading it across several physical qubits.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21824" y="557784"/>
            <a:ext cx="1554480" cy="6400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966960" y="502920"/>
            <a:ext cx="1554480" cy="64008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11827"/>
                </a:solidFill>
                <a:latin typeface="Calibri"/>
              </a:defRPr>
            </a:pPr>
            <a:r>
              <a:t>Quiz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What are qubits made of?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1220"/>
                </a:solidFill>
                <a:latin typeface="Calibri"/>
              </a:defRPr>
            </a:pPr>
            <a:r>
              <a:t>Photons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Light particles can carry qubits through optical mazes. They travel fast and resist some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2880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1220"/>
                </a:solidFill>
                <a:latin typeface="Calibri"/>
              </a:defRPr>
            </a:pPr>
            <a:r>
              <a:t>Trapped 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Charged atoms in electromagnetic ‘corridors’ can store qubits with high precision, but operations can be slower.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3429000" cy="438912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01168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1220"/>
                </a:solidFill>
                <a:latin typeface="Calibri"/>
              </a:defRPr>
            </a:pPr>
            <a:r>
              <a:t>Superconducting 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56032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Tiny circuits chilled near absolute zero can act like artificial atoms. They are fast and widely engineered.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ze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136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CBD5E1"/>
                </a:solidFill>
                <a:latin typeface="Calibri"/>
              </a:defRPr>
            </a:pPr>
            <a:r>
              <a:t>10/10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698480" cy="822960"/>
          </a:xfrm>
          <a:prstGeom prst="roundRect">
            <a:avLst/>
          </a:prstGeom>
          <a:solidFill>
            <a:srgbClr val="0B122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Calibri"/>
              </a:defRPr>
            </a:pPr>
            <a:r>
              <a:t>Quiz: choose the right corridor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578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If a bit is a committed turn, what is a qubit like in the maze story?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28800"/>
            <a:ext cx="52578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What does ‘measurement’ do to the maze explorer?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25780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In one sentence, describe entanglement using the rope idea.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931920"/>
            <a:ext cx="525780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B1220"/>
                </a:solidFill>
                <a:latin typeface="Calibri"/>
              </a:defRPr>
            </a:pPr>
            <a:r>
              <a:t>Why can noise ruin a quantum route more easily than a classical route?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6309360"/>
            <a:ext cx="2926080" cy="50292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822960" y="6254496"/>
            <a:ext cx="2926080" cy="502920"/>
          </a:xfrm>
          <a:prstGeom prst="roundRect">
            <a:avLst/>
          </a:prstGeom>
          <a:solidFill>
            <a:srgbClr val="4FD1C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220"/>
                </a:solidFill>
              </a:defRPr>
            </a:pPr>
            <a:r>
              <a:t>Back to 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