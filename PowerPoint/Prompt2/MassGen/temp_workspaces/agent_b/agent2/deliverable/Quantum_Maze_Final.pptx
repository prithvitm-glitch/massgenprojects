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slide" Target="slide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slide" Target="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THE QUANTUM MAZE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 Journey into Future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Welcome to the entrance of the most complex maze in science. Today, we leave behind the simple paths of classical computers and step into the world of Quantum.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ONE WAY IN: CLASSICAL 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Classical computers use bits—0 or 1. Think of it as a straight corridor. You can only be in one spot at a time. The path is certain, but limited.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Every choice is a simple yes or no. In our maze, this means you can only explore one hallway at a time, making complex puzzles take forever to solve.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BREAKING THE WALLS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Traditional computers are hitting a physical wall. As components get smaller, they start acting weird. We need a new way to navigate the information maze.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Quantum computing doesn't just walk faster; it changes the rules of the maze entirely, allowing us to find exits that were previously hidden behind solid walls.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THE FORK: MEET THE QUBIT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 Quantum Bit, or Qubit, is special. Instead of just 0 or 1, it can be both at the same time. In our maze, imagine arriving at a fork and walking down both paths simultaneously.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This isn't magic; it's physics! By being in multiple places at once, the qubit starts to map the maze much faster than any classical bit ever could.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9722815" y="5760720"/>
            <a:ext cx="201168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QUIZ CORNER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THE MISTY HALLWAY: SUPERPOSITION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Superposition is the state of being in multiple paths at once. It's like a misty hallway where you exist as a cloud of possibilities until someone looks at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Measurement 'collapses' the mist. Once we check the qubit, it picks one path. The goal is to stay in the mist as long as possible to solve the puzzle.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THE LINKED ROOMS: ENTANGLEMENT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Entanglement links two qubits together, no matter how far apart they are in the maze. If you change the direction of one, the other changes instantly.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This is what Einstein called 'spooky action at a distance.' It allows quantum computers to coordinate different parts of the maze with perfect synchronicity.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ECHOES: QUANTUM INTERFERENCE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How do we find the right exit? We use interference. We make the wrong paths cancel each other out (like silence) and the right paths get louder (like a glow).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By carefully timing the 'echoes' of our qubits, we ensure the maze leads us exactly where we need to go, filtering out millions of dead ends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THE SLIDING DOORS: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Quantum Gates are the sliding doors of our maze. They don't just open or close; they rotate and shift our path, allowing us to manipulate superposition.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By combining these gates, we create Quantum Algorithms—mathematical maps that guide us through the most complex mazes in the universe.</a:t>
            </a:r>
          </a:p>
        </p:txBody>
      </p:sp>
      <p:sp>
        <p:nvSpPr>
          <p:cNvPr id="7" name="Rounded Rectangle 6">
            <a:hlinkClick action="ppaction://hlinksldjump" r:id="rId3"/>
          </p:cNvPr>
          <p:cNvSpPr/>
          <p:nvPr/>
        </p:nvSpPr>
        <p:spPr>
          <a:xfrm>
            <a:off x="9722815" y="5760720"/>
            <a:ext cx="2011680" cy="548640"/>
          </a:xfrm>
          <a:prstGeom prst="roundRect">
            <a:avLst/>
          </a:prstGeom>
          <a:solidFill>
            <a:srgbClr val="FFD7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QUIZ CORNER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CRUMBLING WALLS: DECOHERENCE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The hardest part? Keeping the maze stable. Heat, light, or even a tiny vibration can cause 'decoherence,' where the quantum paths crumble back into classical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772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Scientists work at temperatures colder than outer space to keep the maze walls strong. Protecting these fragile paths is the greatest engineering challenge of our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FFFF"/>
                </a:solidFill>
              </a:defRPr>
            </a:pPr>
            <a:r>
              <a:t>THE EXIT: THE QUANTUM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We are just at the exit of the first quantum maze. In the future, these computers will design new medicines, crack impossible codes, and solve climate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828800"/>
            <a:ext cx="5410047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The maze is huge, and we've only just begun to explore. Now that you know the rules, are you ready to become a quantum navigator?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